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不要念标题。直接进入下一页的场景。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严格不超过 45 秒。三个月前我在这里讲过 1.0。它能用，但我自己都不愿意每天打开它——录一个任务要点十下，生成一次计划要等很久。这一页只花 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这三行字是我 1.0 讲完之后随手写在下周计划里的，当时没想太多。2.0 就是把这三行逐条做完了。所以升级不是心血来潮，是 1.0 用不下去逼出来的。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切出幻灯片，打开真实产品。只演示这一条完整流程，不要浏览其他页面。演示台词就是页面底部那句话。演示完回到幻灯片。这里有 4 分钟，是全场最重要的部分。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这是这次升级里我最想讲的一个决定。以前用户得自己搞懂每个页面干什么，现在打开网页就能直接说话。风险是 AI 光说不做，所以必须用提示词把它按住。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不要解释什么是 RAG，不要出现英文缩写。只讲一件事：估时必须有依据，而且这个依据可以复算。305 / 375 / 461 是真实的测试输出。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这一页要讲得坦诚。失败不会让项目显得不完整，能解释失败并且改掉才说明工程能力。最后那条边界一定要说，不要跳过。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招募必须说具体的活，不要只说欢迎加入。两个方向各一句话讲完，然后停在这一页等提问。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66928"/>
            <a:ext cx="1005840" cy="1005840"/>
          </a:xfrm>
          <a:prstGeom prst="ellipse">
            <a:avLst/>
          </a:prstGeom>
          <a:solidFill>
            <a:srgbClr val="E8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</a:rPr>
              <a:t>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107652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61707C"/>
                </a:solidFill>
                <a:latin typeface="PingFang SC"/>
              </a:rPr>
              <a:t>《大模型工程》学生产品发布会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42032"/>
            <a:ext cx="1076523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0" b="1">
                <a:solidFill>
                  <a:srgbClr val="2E3A45"/>
                </a:solidFill>
                <a:latin typeface="PingFang SC"/>
              </a:rPr>
              <a:t>J人模拟器 </a:t>
            </a:r>
            <a:r>
              <a:rPr sz="6000" b="1">
                <a:solidFill>
                  <a:srgbClr val="E8823C"/>
                </a:solidFill>
                <a:latin typeface="PingFang SC"/>
              </a:rPr>
              <a:t>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931920"/>
            <a:ext cx="1076523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61707C"/>
                </a:solidFill>
                <a:latin typeface="PingFang SC"/>
              </a:rPr>
              <a:t>一句话，把学习任务排进你真实的空闲时间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97880"/>
            <a:ext cx="107652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1707C"/>
                </a:solidFill>
                <a:latin typeface="PingFang SC"/>
              </a:rPr>
              <a:t>刘知行 Ballie    ·    2026.08.29    ·    醋溜科技展示场地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652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E3A45"/>
                </a:solidFill>
                <a:latin typeface="PingFang SC"/>
              </a:rPr>
              <a:t>1.0 已经能排计划了，但没人愿意用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691640"/>
            <a:ext cx="10765231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它确实是通的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E3A45"/>
                </a:solidFill>
                <a:latin typeface="PingFang SC"/>
              </a:rPr>
              <a:t>录任务、设空闲、生成跨天时间轴，闭环已经跑起来了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788920"/>
            <a:ext cx="10765231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但录一个任务要点十下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E3A45"/>
                </a:solidFill>
                <a:latin typeface="PingFang SC"/>
              </a:rPr>
              <a:t>得切到计划列表，一个字段一个字段填表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886200"/>
            <a:ext cx="10765231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而且慢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E3A45"/>
                </a:solidFill>
                <a:latin typeface="PingFang SC"/>
              </a:rPr>
              <a:t>计划生成跑本地小模型 </a:t>
            </a:r>
            <a:r>
              <a:rPr sz="2000" b="1">
                <a:solidFill>
                  <a:srgbClr val="E8823C"/>
                </a:solidFill>
                <a:latin typeface="PingFang SC"/>
              </a:rPr>
              <a:t>qwen3:0.6b</a:t>
            </a:r>
            <a:r>
              <a:rPr sz="2000" b="0">
                <a:solidFill>
                  <a:srgbClr val="2E3A45"/>
                </a:solidFill>
                <a:latin typeface="PingFang SC"/>
              </a:rPr>
              <a:t>，经常吐不出能用的结果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577840"/>
            <a:ext cx="82296" cy="786384"/>
          </a:xfrm>
          <a:prstGeom prst="rect">
            <a:avLst/>
          </a:prstGeom>
          <a:solidFill>
            <a:srgbClr val="E8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5577840"/>
            <a:ext cx="10682935" cy="786384"/>
          </a:xfrm>
          <a:prstGeom prst="rect">
            <a:avLst/>
          </a:prstGeom>
          <a:solidFill>
            <a:srgbClr val="FB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ctr"/>
            <a:r>
              <a:rPr sz="2100" b="1">
                <a:solidFill>
                  <a:srgbClr val="2E3A45"/>
                </a:solidFill>
                <a:latin typeface="PingFang SC"/>
              </a:rPr>
              <a:t>它能用，但我自己都不愿意每天打开它。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652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E3A45"/>
                </a:solidFill>
                <a:latin typeface="PingFang SC"/>
              </a:rPr>
              <a:t>升级不是我想加功能，是这三行字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50534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1707C"/>
                </a:solidFill>
                <a:latin typeface="PingFang SC"/>
              </a:rPr>
              <a:t>1.0 讲完那天，我写下的下周计划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5031" y="1572768"/>
            <a:ext cx="50534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1707C"/>
                </a:solidFill>
                <a:latin typeface="PingFang SC"/>
              </a:rPr>
              <a:t>2.0 逐条做完了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57400"/>
            <a:ext cx="5053431" cy="969264"/>
          </a:xfrm>
          <a:prstGeom prst="roundRect">
            <a:avLst>
              <a:gd name="adj" fmla="val 9000"/>
            </a:avLst>
          </a:prstGeom>
          <a:solidFill>
            <a:srgbClr val="FFFBF2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解决模型太慢的问题 直接用deepseek？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1255" y="2386584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5031" y="2057400"/>
            <a:ext cx="5053431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接入 DeepSeek，换掉本地小模型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82696"/>
            <a:ext cx="5053431" cy="969264"/>
          </a:xfrm>
          <a:prstGeom prst="roundRect">
            <a:avLst>
              <a:gd name="adj" fmla="val 9000"/>
            </a:avLst>
          </a:prstGeom>
          <a:solidFill>
            <a:srgbClr val="FFFBF2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新增新用户的ai对话设置功能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1255" y="3611880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5031" y="3282696"/>
            <a:ext cx="5053431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空闲时间可以直接用一句话说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507992"/>
            <a:ext cx="5053431" cy="969264"/>
          </a:xfrm>
          <a:prstGeom prst="roundRect">
            <a:avLst>
              <a:gd name="adj" fmla="val 9000"/>
            </a:avLst>
          </a:prstGeom>
          <a:solidFill>
            <a:srgbClr val="FFFBF2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把ai对话的界面放到一个更显眼的界面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1255" y="4837176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5031" y="4507992"/>
            <a:ext cx="5053431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对话搬到主页，成为主体交互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652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E3A45"/>
                </a:solidFill>
                <a:latin typeface="PingFang SC"/>
              </a:rPr>
              <a:t>现场看一次：从一句话到一张时间表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788920"/>
            <a:ext cx="193359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遇到问题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6822" y="31226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1142" y="2788920"/>
            <a:ext cx="1933590" cy="960120"/>
          </a:xfrm>
          <a:prstGeom prst="roundRect">
            <a:avLst>
              <a:gd name="adj" fmla="val 16000"/>
            </a:avLst>
          </a:prstGeom>
          <a:solidFill>
            <a:srgbClr val="FAE4D2"/>
          </a:solidFill>
          <a:ln>
            <a:solidFill>
              <a:srgbClr val="E8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2E3A45"/>
                </a:solidFill>
                <a:latin typeface="PingFang SC"/>
              </a:rPr>
              <a:t>一句话输入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4732" y="31226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9052" y="2788920"/>
            <a:ext cx="193359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AI 自己调工具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2642" y="31226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6962" y="2788920"/>
            <a:ext cx="193359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可编辑时间轴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0552" y="31226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4872" y="2788920"/>
            <a:ext cx="193359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知道今天先做什么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74920"/>
            <a:ext cx="10765231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2E3A45"/>
                </a:solidFill>
                <a:latin typeface="PingFang SC"/>
              </a:rPr>
              <a:t/>
            </a:r>
            <a:r>
              <a:rPr sz="2200" b="0">
                <a:solidFill>
                  <a:srgbClr val="2E3A45"/>
                </a:solidFill>
                <a:latin typeface="PingFang SC"/>
              </a:rPr>
              <a:t>工作日晚上7点到9点有空，数学卷3张周一前，帮我排计划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652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E3A45"/>
                </a:solidFill>
                <a:latin typeface="PingFang SC"/>
              </a:rPr>
              <a:t>我把 AI 对话搬到了主页正中央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50534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1707C"/>
                </a:solidFill>
                <a:latin typeface="PingFang SC"/>
              </a:rPr>
              <a:t>1.0　手机小屏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5031" y="1572768"/>
            <a:ext cx="50534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1707C"/>
                </a:solidFill>
                <a:latin typeface="PingFang SC"/>
              </a:rPr>
              <a:t>2.0　电脑网页三栏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29968"/>
            <a:ext cx="5053431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2E3A45"/>
                </a:solidFill>
                <a:latin typeface="PingFang SC"/>
              </a:rPr>
              <a:t>主页只有一个计时器，要录任务得先切到计划列表填表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1255" y="2606040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5031" y="2029968"/>
            <a:ext cx="5053431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2E3A45"/>
                </a:solidFill>
                <a:latin typeface="PingFang SC"/>
              </a:rPr>
              <a:t>打开就能直接跟 AI 说话，看板一屏铺开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749039"/>
            <a:ext cx="10765231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代价，以及我怎么按住它</a:t>
            </a:r>
          </a:p>
          <a:p>
            <a:pPr>
              <a:lnSpc>
                <a:spcPct val="135000"/>
              </a:lnSpc>
            </a:pPr>
            <a:r>
              <a:rPr sz="1900" b="0">
                <a:solidFill>
                  <a:srgbClr val="2E3A45"/>
                </a:solidFill>
                <a:latin typeface="PingFang SC"/>
              </a:rPr>
              <a:t>AI 可能嘴上答应却不真的保存。所以提示词里写死一条硬规则——</a:t>
            </a:r>
            <a:r>
              <a:rPr sz="1900" b="1">
                <a:solidFill>
                  <a:srgbClr val="E8823C"/>
                </a:solidFill>
                <a:latin typeface="PingFang SC"/>
              </a:rPr>
              <a:t>能用工具就用工具，不许假装已经保存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652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E3A45"/>
                </a:solidFill>
                <a:latin typeface="PingFang SC"/>
              </a:rPr>
              <a:t>AI 凭什么说这张卷子要 </a:t>
            </a:r>
            <a:r>
              <a:rPr sz="4000" b="1">
                <a:solidFill>
                  <a:srgbClr val="E8823C"/>
                </a:solidFill>
                <a:latin typeface="PingFang SC"/>
              </a:rPr>
              <a:t>375 分钟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627632"/>
            <a:ext cx="340553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「数学卷3张」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8762" y="184708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3082" y="1627632"/>
            <a:ext cx="340553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抽出数量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8612" y="184708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1627632"/>
            <a:ext cx="340553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命中知识库模板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615184"/>
            <a:ext cx="340553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速率 × 疲劳 × 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8762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3082" y="2615184"/>
            <a:ext cx="3405530" cy="731520"/>
          </a:xfrm>
          <a:prstGeom prst="roundRect">
            <a:avLst>
              <a:gd name="adj" fmla="val 16000"/>
            </a:avLst>
          </a:prstGeom>
          <a:solidFill>
            <a:srgbClr val="FAE4D2"/>
          </a:solidFill>
          <a:ln>
            <a:solidFill>
              <a:srgbClr val="E8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2E3A45"/>
                </a:solidFill>
                <a:latin typeface="PingFang SC"/>
              </a:rPr>
              <a:t>算出三档时长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612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E8823C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2932" y="2615184"/>
            <a:ext cx="340553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E3A45"/>
                </a:solidFill>
                <a:latin typeface="PingFang SC"/>
              </a:rPr>
              <a:t>AI 只能微调 ±15%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703320"/>
            <a:ext cx="358841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E8823C"/>
                </a:solidFill>
                <a:latin typeface="PingFang SC"/>
              </a:rPr>
              <a:t>305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98848"/>
            <a:ext cx="358841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1707C"/>
                </a:solidFill>
                <a:latin typeface="PingFang SC"/>
              </a:rPr>
              <a:t>最快（分钟）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1642" y="3703320"/>
            <a:ext cx="358841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E8823C"/>
                </a:solidFill>
                <a:latin typeface="PingFang SC"/>
              </a:rPr>
              <a:t>375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1642" y="4498848"/>
            <a:ext cx="358841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1707C"/>
                </a:solidFill>
                <a:latin typeface="PingFang SC"/>
              </a:rPr>
              <a:t>常见（分钟）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0052" y="3703320"/>
            <a:ext cx="358841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E8823C"/>
                </a:solidFill>
                <a:latin typeface="PingFang SC"/>
              </a:rPr>
              <a:t>461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052" y="4498848"/>
            <a:ext cx="358841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1707C"/>
                </a:solidFill>
                <a:latin typeface="PingFang SC"/>
              </a:rPr>
              <a:t>最慢（分钟）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577840"/>
            <a:ext cx="82296" cy="786384"/>
          </a:xfrm>
          <a:prstGeom prst="rect">
            <a:avLst/>
          </a:prstGeom>
          <a:solidFill>
            <a:srgbClr val="E8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" y="5577840"/>
            <a:ext cx="10682935" cy="786384"/>
          </a:xfrm>
          <a:prstGeom prst="rect">
            <a:avLst/>
          </a:prstGeom>
          <a:solidFill>
            <a:srgbClr val="FB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ctr"/>
            <a:r>
              <a:rPr sz="2100" b="1">
                <a:solidFill>
                  <a:srgbClr val="2E3A45"/>
                </a:solidFill>
                <a:latin typeface="PingFang SC"/>
              </a:rPr>
              <a:t>不是让 AI 拍脑袋估时间，是让它在有证据的区间里做小幅校准。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652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E3A45"/>
                </a:solidFill>
                <a:latin typeface="PingFang SC"/>
              </a:rPr>
              <a:t>一次真实的崩溃，和我现在的边界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691640"/>
            <a:ext cx="3393338" cy="187451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现象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后端刚启动时第一个请求会连接超时，1.0 直接崩掉，页面一片空白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9178" y="1691640"/>
            <a:ext cx="3393338" cy="187451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修改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请求前先花 3 秒探活，模型不可用就返回一句中文提示，超时单独处理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5124" y="1691640"/>
            <a:ext cx="3393338" cy="187451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结果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最坏情况是看到一句「DeepSeek 暂时不可用」，产品还在，</a:t>
            </a:r>
            <a:r>
              <a:rPr sz="1800" b="1">
                <a:solidFill>
                  <a:srgbClr val="E8823C"/>
                </a:solidFill>
                <a:latin typeface="PingFang SC"/>
              </a:rPr>
              <a:t>不会白屏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931920"/>
            <a:ext cx="10765231" cy="1234440"/>
          </a:xfrm>
          <a:prstGeom prst="roundRect">
            <a:avLst>
              <a:gd name="adj" fmla="val 9000"/>
            </a:avLst>
          </a:prstGeom>
          <a:solidFill>
            <a:srgbClr val="F6F4EE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我还没解决的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2E3A45"/>
                </a:solidFill>
                <a:latin typeface="PingFang SC"/>
              </a:rPr>
              <a:t>失败后不会自动重试，得手动再发一次　·　对话没有逐字输出　·　估时的检索还比较粗糙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8D8F0"/>
              </a:gs>
              <a:gs pos="100000">
                <a:srgbClr val="F7F2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7652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E3A45"/>
                </a:solidFill>
                <a:latin typeface="PingFang SC"/>
              </a:rPr>
              <a:t>下一步，以及我想找的两个人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72768"/>
            <a:ext cx="10765231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现在做到了</a:t>
            </a:r>
          </a:p>
          <a:p>
            <a:pPr>
              <a:lnSpc>
                <a:spcPct val="135000"/>
              </a:lnSpc>
            </a:pPr>
            <a:r>
              <a:rPr sz="1700" b="0">
                <a:solidFill>
                  <a:srgbClr val="2E3A45"/>
                </a:solidFill>
                <a:latin typeface="PingFang SC"/>
              </a:rPr>
              <a:t>端到端闭环可用　·　知识库 329 条　·　2 个不用联网就能跑的测试　·　3 组估时用例全过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651760"/>
            <a:ext cx="10765231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E8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知识库数据伙伴　不需要写代码</a:t>
            </a:r>
          </a:p>
          <a:p>
            <a:pPr>
              <a:lnSpc>
                <a:spcPct val="135000"/>
              </a:lnSpc>
            </a:pPr>
            <a:r>
              <a:rPr sz="1900" b="0">
                <a:solidFill>
                  <a:srgbClr val="2E3A45"/>
                </a:solidFill>
                <a:latin typeface="PingFang SC"/>
              </a:rPr>
              <a:t>我已经做好了问卷，你帮我收 </a:t>
            </a:r>
            <a:r>
              <a:rPr sz="1900" b="1">
                <a:solidFill>
                  <a:srgbClr val="E8823C"/>
                </a:solidFill>
                <a:latin typeface="PingFang SC"/>
              </a:rPr>
              <a:t>30 份</a:t>
            </a:r>
            <a:r>
              <a:rPr sz="1900" b="0">
                <a:solidFill>
                  <a:srgbClr val="2E3A45"/>
                </a:solidFill>
                <a:latin typeface="PingFang SC"/>
              </a:rPr>
              <a:t>真实高中生的任务耗时，补进知识库当校准案例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041648"/>
            <a:ext cx="10765231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E8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61707C"/>
                </a:solidFill>
                <a:latin typeface="PingFang SC"/>
              </a:rPr>
              <a:t>评测伙伴</a:t>
            </a:r>
          </a:p>
          <a:p>
            <a:pPr>
              <a:lnSpc>
                <a:spcPct val="135000"/>
              </a:lnSpc>
            </a:pPr>
            <a:r>
              <a:rPr sz="1900" b="0">
                <a:solidFill>
                  <a:srgbClr val="2E3A45"/>
                </a:solidFill>
                <a:latin typeface="PingFang SC"/>
              </a:rPr>
              <a:t>估时现在只有 3 组用例，你帮我扩到 </a:t>
            </a:r>
            <a:r>
              <a:rPr sz="1900" b="1">
                <a:solidFill>
                  <a:srgbClr val="E8823C"/>
                </a:solidFill>
                <a:latin typeface="PingFang SC"/>
              </a:rPr>
              <a:t>30 组以上</a:t>
            </a:r>
            <a:r>
              <a:rPr sz="1900" b="0">
                <a:solidFill>
                  <a:srgbClr val="2E3A45"/>
                </a:solidFill>
                <a:latin typeface="PingFang SC"/>
              </a:rPr>
              <a:t>，写成一条命令跑完的自动回归，让「变准了」有数可证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669280"/>
            <a:ext cx="857067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8823C"/>
                </a:solidFill>
                <a:latin typeface="PingFang SC"/>
              </a:rPr>
              <a:t>把大任务拆小，把计划变行动。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44607" y="5358384"/>
            <a:ext cx="1216152" cy="1527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E4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903" y="5440680"/>
            <a:ext cx="1051560" cy="1051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61143" y="649224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1707C"/>
                </a:solidFill>
                <a:latin typeface="PingFang SC"/>
              </a:rPr>
              <a:t>github.com/diaq011/P2J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